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3"/>
    <p:sldMasterId id="2147483684" r:id="rId4"/>
    <p:sldMasterId id="2147483702" r:id="rId5"/>
    <p:sldMasterId id="2147483720" r:id="rId6"/>
    <p:sldMasterId id="2147483738" r:id="rId7"/>
    <p:sldMasterId id="2147483756" r:id="rId8"/>
    <p:sldMasterId id="2147483774" r:id="rId9"/>
    <p:sldMasterId id="2147483792" r:id="rId10"/>
    <p:sldMasterId id="2147483810" r:id="rId11"/>
  </p:sldMasterIdLst>
  <p:notesMasterIdLst>
    <p:notesMasterId r:id="rId13"/>
  </p:notesMasterIdLst>
  <p:handoutMasterIdLst>
    <p:handoutMasterId r:id="rId19"/>
  </p:handoutMasterIdLst>
  <p:sldIdLst>
    <p:sldId id="256" r:id="rId12"/>
    <p:sldId id="260" r:id="rId14"/>
    <p:sldId id="288" r:id="rId15"/>
    <p:sldId id="287" r:id="rId16"/>
    <p:sldId id="289" r:id="rId17"/>
    <p:sldId id="280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2419" userDrawn="1">
          <p15:clr>
            <a:srgbClr val="A4A3A4"/>
          </p15:clr>
        </p15:guide>
        <p15:guide id="4" orient="horz" pos="2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3" autoAdjust="0"/>
    <p:restoredTop sz="94643" autoAdjust="0"/>
  </p:normalViewPr>
  <p:slideViewPr>
    <p:cSldViewPr snapToGrid="0" showGuides="1">
      <p:cViewPr varScale="1">
        <p:scale>
          <a:sx n="86" d="100"/>
          <a:sy n="86" d="100"/>
        </p:scale>
        <p:origin x="51" y="102"/>
      </p:cViewPr>
      <p:guideLst>
        <p:guide pos="3840"/>
        <p:guide pos="2419"/>
        <p:guide orient="horz" pos="20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5" Type="http://schemas.microsoft.com/office/2007/relationships/hdphoto" Target="../media/image22.wdp"/><Relationship Id="rId4" Type="http://schemas.openxmlformats.org/officeDocument/2006/relationships/image" Target="../media/image21.png"/><Relationship Id="rId3" Type="http://schemas.microsoft.com/office/2007/relationships/hdphoto" Target="../media/image20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4" Type="http://schemas.microsoft.com/office/2007/relationships/hdphoto" Target="../media/image22.wdp"/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5" Type="http://schemas.microsoft.com/office/2007/relationships/hdphoto" Target="../media/image22.wdp"/><Relationship Id="rId4" Type="http://schemas.openxmlformats.org/officeDocument/2006/relationships/image" Target="../media/image21.png"/><Relationship Id="rId3" Type="http://schemas.microsoft.com/office/2007/relationships/hdphoto" Target="../media/image20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4" Type="http://schemas.microsoft.com/office/2007/relationships/hdphoto" Target="../media/image22.wdp"/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5" Type="http://schemas.microsoft.com/office/2007/relationships/hdphoto" Target="../media/image22.wdp"/><Relationship Id="rId4" Type="http://schemas.openxmlformats.org/officeDocument/2006/relationships/image" Target="../media/image21.png"/><Relationship Id="rId3" Type="http://schemas.microsoft.com/office/2007/relationships/hdphoto" Target="../media/image20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4" Type="http://schemas.microsoft.com/office/2007/relationships/hdphoto" Target="../media/image22.wdp"/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  <a:endPara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9" Type="http://schemas.openxmlformats.org/officeDocument/2006/relationships/theme" Target="../theme/theme2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9" Type="http://schemas.openxmlformats.org/officeDocument/2006/relationships/theme" Target="../theme/theme3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.xml"/><Relationship Id="rId8" Type="http://schemas.openxmlformats.org/officeDocument/2006/relationships/slideLayout" Target="../slideLayouts/slideLayout5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9" Type="http://schemas.openxmlformats.org/officeDocument/2006/relationships/theme" Target="../theme/theme4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1.xml"/><Relationship Id="rId1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0.xml"/><Relationship Id="rId19" Type="http://schemas.openxmlformats.org/officeDocument/2006/relationships/theme" Target="../theme/theme5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4.xml"/><Relationship Id="rId8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7.xml"/><Relationship Id="rId19" Type="http://schemas.openxmlformats.org/officeDocument/2006/relationships/theme" Target="../theme/theme6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5.xml"/><Relationship Id="rId1" Type="http://schemas.openxmlformats.org/officeDocument/2006/relationships/slideLayout" Target="../slideLayouts/slideLayout8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4.xml"/><Relationship Id="rId19" Type="http://schemas.openxmlformats.org/officeDocument/2006/relationships/theme" Target="../theme/theme7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0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21.xml"/><Relationship Id="rId19" Type="http://schemas.openxmlformats.org/officeDocument/2006/relationships/theme" Target="../theme/theme8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0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38.xml"/><Relationship Id="rId19" Type="http://schemas.openxmlformats.org/officeDocument/2006/relationships/theme" Target="../theme/theme9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3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5.xml"/><Relationship Id="rId19" Type="http://schemas.openxmlformats.org/officeDocument/2006/relationships/theme" Target="../theme/theme10.xml"/><Relationship Id="rId18" Type="http://schemas.openxmlformats.org/officeDocument/2006/relationships/image" Target="../media/image18.png"/><Relationship Id="rId17" Type="http://schemas.openxmlformats.org/officeDocument/2006/relationships/slideLayout" Target="../slideLayouts/slideLayout170.xml"/><Relationship Id="rId16" Type="http://schemas.openxmlformats.org/officeDocument/2006/relationships/slideLayout" Target="../slideLayouts/slideLayout169.xml"/><Relationship Id="rId15" Type="http://schemas.openxmlformats.org/officeDocument/2006/relationships/slideLayout" Target="../slideLayouts/slideLayout168.xml"/><Relationship Id="rId14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8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5.xml"/><Relationship Id="rId3" Type="http://schemas.openxmlformats.org/officeDocument/2006/relationships/image" Target="../media/image30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8.xml"/><Relationship Id="rId3" Type="http://schemas.openxmlformats.org/officeDocument/2006/relationships/image" Target="../media/image31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组会</a:t>
            </a:r>
            <a:r>
              <a:rPr lang="zh-CN" altLang="en-US" dirty="0"/>
              <a:t>汇报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16</a:t>
            </a:r>
            <a:r>
              <a:rPr lang="zh-CN" altLang="en-US" dirty="0"/>
              <a:t>日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江鑫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Pasist</a:t>
            </a:r>
            <a:r>
              <a:rPr lang="zh-CN" altLang="en-US" dirty="0"/>
              <a:t>复现</a:t>
            </a:r>
            <a:endParaRPr lang="zh-CN" altLang="en-US" dirty="0"/>
          </a:p>
        </p:txBody>
      </p:sp>
      <p:sp>
        <p:nvSpPr>
          <p:cNvPr id="24" name="内容占位符 23"/>
          <p:cNvSpPr>
            <a:spLocks noGrp="1"/>
          </p:cNvSpPr>
          <p:nvPr>
            <p:ph sz="quarter" idx="10"/>
          </p:nvPr>
        </p:nvSpPr>
        <p:spPr>
          <a:xfrm>
            <a:off x="559435" y="1616075"/>
            <a:ext cx="11806555" cy="378650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基本完成项目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代码</a:t>
            </a: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完成一次单帧模仿并导出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onnx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文件</a:t>
            </a: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完成一次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mujoco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仿真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部署</a:t>
            </a: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35" y="1084580"/>
            <a:ext cx="17221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完成项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Pasist</a:t>
            </a:r>
            <a:r>
              <a:rPr lang="zh-CN" altLang="en-US" dirty="0"/>
              <a:t>复现</a:t>
            </a:r>
            <a:endParaRPr lang="zh-CN" altLang="en-US" dirty="0"/>
          </a:p>
        </p:txBody>
      </p:sp>
      <p:pic>
        <p:nvPicPr>
          <p:cNvPr id="4" name="2026-04-16 12-43-38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86815" y="1037590"/>
            <a:ext cx="9316085" cy="5059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Pasist</a:t>
            </a:r>
            <a:r>
              <a:rPr lang="zh-CN" altLang="en-US" dirty="0"/>
              <a:t>复现</a:t>
            </a:r>
            <a:endParaRPr lang="zh-CN" altLang="en-US" dirty="0"/>
          </a:p>
        </p:txBody>
      </p:sp>
      <p:pic>
        <p:nvPicPr>
          <p:cNvPr id="3" name="2026-04-16 12-40-36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55140" y="1052195"/>
            <a:ext cx="7741920" cy="4754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Pasist</a:t>
            </a:r>
            <a:r>
              <a:rPr lang="zh-CN" altLang="en-US" dirty="0"/>
              <a:t>复现</a:t>
            </a:r>
            <a:endParaRPr lang="zh-CN" altLang="en-US" dirty="0"/>
          </a:p>
        </p:txBody>
      </p:sp>
      <p:sp>
        <p:nvSpPr>
          <p:cNvPr id="24" name="内容占位符 23"/>
          <p:cNvSpPr>
            <a:spLocks noGrp="1"/>
          </p:cNvSpPr>
          <p:nvPr>
            <p:ph sz="quarter" idx="10"/>
          </p:nvPr>
        </p:nvSpPr>
        <p:spPr>
          <a:xfrm>
            <a:off x="559435" y="1616075"/>
            <a:ext cx="11806555" cy="378650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仅使用单帧作为任务目标，后续拓展至一个或多个连续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任务</a:t>
            </a: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奖励函数设置仍存在问题，训练效果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并不好</a:t>
            </a: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数据集获取有难度，目前是从仿真中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获取</a:t>
            </a:r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35" y="1084580"/>
            <a:ext cx="34728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待解决</a:t>
            </a:r>
            <a:r>
              <a:rPr lang="zh-CN" altLang="en-US" sz="3200"/>
              <a:t>问题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Thank You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WPS 演示</Application>
  <PresentationFormat>宽屏</PresentationFormat>
  <Paragraphs>34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6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Times New Roman</vt:lpstr>
      <vt:lpstr>PingFang SC</vt:lpstr>
      <vt:lpstr>Segoe Print</vt:lpstr>
      <vt:lpstr>HarmonyOS Sans SC Black</vt:lpstr>
      <vt:lpstr>Segoe UI</vt:lpstr>
      <vt:lpstr>HarmonyOS Sans SC Light</vt:lpstr>
      <vt:lpstr>Arial Unicode MS</vt:lpstr>
      <vt:lpstr>等线</vt:lpstr>
      <vt:lpstr>PingFang SC</vt:lpstr>
      <vt:lpstr>自定义设计方案</vt:lpstr>
      <vt:lpstr>1_自定义设计方案</vt:lpstr>
      <vt:lpstr>2_自定义设计方案</vt:lpstr>
      <vt:lpstr>3_自定义设计方案</vt:lpstr>
      <vt:lpstr>4_自定义设计方案</vt:lpstr>
      <vt:lpstr>5_自定义设计方案</vt:lpstr>
      <vt:lpstr>6_自定义设计方案</vt:lpstr>
      <vt:lpstr>7_自定义设计方案</vt:lpstr>
      <vt:lpstr>8_自定义设计方案</vt:lpstr>
      <vt:lpstr>9_自定义设计方案</vt:lpstr>
      <vt:lpstr>组会汇报</vt:lpstr>
      <vt:lpstr>MLM</vt:lpstr>
      <vt:lpstr>Pasist复现</vt:lpstr>
      <vt:lpstr>Pasist复现</vt:lpstr>
      <vt:lpstr>Pasist复现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category>work report</cp:category>
  <cp:lastModifiedBy>az</cp:lastModifiedBy>
  <cp:revision>294</cp:revision>
  <cp:lastPrinted>2017-10-17T16:00:00Z</cp:lastPrinted>
  <dcterms:created xsi:type="dcterms:W3CDTF">2017-10-17T16:00:00Z</dcterms:created>
  <dcterms:modified xsi:type="dcterms:W3CDTF">2026-04-16T04:59:06Z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KSOProductBuildVer">
    <vt:lpwstr>2052-12.1.0.25865</vt:lpwstr>
  </property>
  <property fmtid="{D5CDD505-2E9C-101B-9397-08002B2CF9AE}" pid="4" name="ICV">
    <vt:lpwstr>32C8C7785C9D40E1AAC5908E18C6B63C_12</vt:lpwstr>
  </property>
</Properties>
</file>